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4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7C4A2-DE80-7E69-504D-5EB91F0E3F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hu-HU" sz="5400" b="1" dirty="0"/>
              <a:t>Híres női programozók az informatika történetében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CAED2E-6615-3B53-AF16-BB6A48EA9D94}"/>
              </a:ext>
            </a:extLst>
          </p:cNvPr>
          <p:cNvSpPr txBox="1"/>
          <p:nvPr/>
        </p:nvSpPr>
        <p:spPr>
          <a:xfrm>
            <a:off x="1389413" y="5237018"/>
            <a:ext cx="9892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u-HU" dirty="0"/>
              <a:t>Készítette: Buzás Máté</a:t>
            </a:r>
          </a:p>
          <a:p>
            <a:pPr algn="r"/>
            <a:r>
              <a:rPr lang="hu-HU" dirty="0"/>
              <a:t>2026. 03. 20.</a:t>
            </a:r>
          </a:p>
        </p:txBody>
      </p:sp>
    </p:spTree>
    <p:extLst>
      <p:ext uri="{BB962C8B-B14F-4D97-AF65-F5344CB8AC3E}">
        <p14:creationId xmlns:p14="http://schemas.microsoft.com/office/powerpoint/2010/main" val="109414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E619F-4E8C-9944-8003-CD6506310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09" y="868354"/>
            <a:ext cx="9404723" cy="1400530"/>
          </a:xfrm>
        </p:spPr>
        <p:txBody>
          <a:bodyPr/>
          <a:lstStyle/>
          <a:p>
            <a:r>
              <a:rPr lang="hu-HU" sz="4800" b="1" dirty="0"/>
              <a:t>Ada Lovelace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2FC21C8-F765-33D8-6449-0B0F5EAF07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6228" y="2268884"/>
            <a:ext cx="10509663" cy="4170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FFFFFF"/>
                </a:solidFill>
                <a:cs typeface="Times New Roman" panose="02020603050405020304" pitchFamily="18" charset="0"/>
              </a:rPr>
              <a:t>A 19. században élt matematikus, akit a világ első programozójaként tartanak számon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FFFFFF"/>
                </a:solidFill>
                <a:cs typeface="Times New Roman" panose="02020603050405020304" pitchFamily="18" charset="0"/>
              </a:rPr>
              <a:t>Charles Babbage analitikus gépéhez készített részletes jegyzetei tartalmazták az első algoritmust, amelyet gép végrehajthatott volna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FFFFFF"/>
                </a:solidFill>
                <a:cs typeface="Times New Roman" panose="02020603050405020304" pitchFamily="18" charset="0"/>
              </a:rPr>
              <a:t>Nemcsak számításokra gondolt: felismerte, hogy a számítógépek képesek lehetnek zenét, grafikát és más tartalmakat is kezelni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FFFFFF"/>
                </a:solidFill>
                <a:cs typeface="Times New Roman" panose="02020603050405020304" pitchFamily="18" charset="0"/>
              </a:rPr>
              <a:t>Elméleti munkássága messze megelőzte korát, és megalapozta a modern programozás szemléletét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u-HU" altLang="hu-HU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0434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A8B32-179D-335A-5C98-9F0974C90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E6888-D606-388C-F38B-A93D727BD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09" y="868354"/>
            <a:ext cx="9404723" cy="1400530"/>
          </a:xfrm>
        </p:spPr>
        <p:txBody>
          <a:bodyPr/>
          <a:lstStyle/>
          <a:p>
            <a:r>
              <a:rPr lang="hu-HU" sz="4800" b="1" dirty="0"/>
              <a:t>Grace Hopper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2CE24F-F5F4-F0E5-5E5C-5DFE0906EA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6228" y="2268884"/>
            <a:ext cx="10509663" cy="3801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FFFFFF"/>
                </a:solidFill>
              </a:rPr>
              <a:t>Amerikai számítógéptudós és haditengerészeti tiszt, aki kulcsszerepet játszott a programozás fejlődésében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FFFFFF"/>
                </a:solidFill>
              </a:rPr>
              <a:t>Megalkotta az első fordítóprogramot (compiler), amely lehetővé tette, hogy az emberek ne gépi kódban programozzanak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FFFFFF"/>
                </a:solidFill>
              </a:rPr>
              <a:t>Részt vett a COBOL nyelv fejlesztésében, amely hosszú ideig az üzleti informatika egyik alapja volt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FFFFFF"/>
                </a:solidFill>
              </a:rPr>
              <a:t>Híres volt arról az elképzeléséről, hogy a programozásnak közelebb kell állnia az emberi nyelvhez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u-HU" altLang="hu-HU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084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FD077-664C-BD13-A2E9-23B549606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034E8-4C5B-0AD8-0B6E-E0BFF7D70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09" y="868354"/>
            <a:ext cx="9404723" cy="1400530"/>
          </a:xfrm>
        </p:spPr>
        <p:txBody>
          <a:bodyPr/>
          <a:lstStyle/>
          <a:p>
            <a:r>
              <a:rPr lang="hu-HU" sz="4800" b="1" dirty="0"/>
              <a:t>Jean E. Sammet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AF3123B-9E8F-ED02-1939-E8019E415C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6228" y="2268884"/>
            <a:ext cx="10509663" cy="3801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FFFFFF"/>
                </a:solidFill>
              </a:rPr>
              <a:t>Jelentős szerepet játszott a programozási nyelvek fejlődésében és rendszerezésében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FFFFFF"/>
                </a:solidFill>
              </a:rPr>
              <a:t>A FORMAC nyelv megalkotója, amely a matematikai számítások kezelésére készült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FFFFFF"/>
                </a:solidFill>
              </a:rPr>
              <a:t>Kutatásai hozzájárultak ahhoz, hogy a programozási nyelvek strukturáltabbá és hatékonyabbá váljanak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FFFFFF"/>
                </a:solidFill>
              </a:rPr>
              <a:t>Aktív tagja és vezetője volt több szakmai szervezetnek, így az informatika fejlődését szervezeti szinten is támogatta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u-HU" altLang="hu-HU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714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C6FA4-14B1-88A4-872A-8AEF47413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80CC4-AFC0-9A95-BAD2-12DAB5247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09" y="868354"/>
            <a:ext cx="9404723" cy="1400530"/>
          </a:xfrm>
        </p:spPr>
        <p:txBody>
          <a:bodyPr/>
          <a:lstStyle/>
          <a:p>
            <a:r>
              <a:rPr lang="hu-HU" sz="4800" b="1" dirty="0"/>
              <a:t>Frances Allen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60F003-94CC-C5A1-8ECB-46C232D8CD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6228" y="2268885"/>
            <a:ext cx="10509663" cy="3801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FFFFFF"/>
                </a:solidFill>
              </a:rPr>
              <a:t>Az első nő, aki elnyerte a rangos Turing-díjat az informatikában végzett munkájáért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FFFFFF"/>
                </a:solidFill>
              </a:rPr>
              <a:t>Az IBM kutatójaként dolgozott, ahol a fordítóprogramok és a kódoptimalizálás területén ért el áttörést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FFFFFF"/>
                </a:solidFill>
              </a:rPr>
              <a:t>Olyan technikákat fejlesztett ki, amelyek gyorsabbá és hatékonyabbá tették a programok futását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FFFFFF"/>
                </a:solidFill>
              </a:rPr>
              <a:t>Munkája alapvető hatással volt a modern számítógépek teljesítményére és működésére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u-HU" altLang="hu-HU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6929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4A9EF-57A7-B6EC-E7AE-C47B4056E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8A5B9-7687-2810-F1A6-1D132F484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09" y="868354"/>
            <a:ext cx="9404723" cy="1400530"/>
          </a:xfrm>
        </p:spPr>
        <p:txBody>
          <a:bodyPr/>
          <a:lstStyle/>
          <a:p>
            <a:r>
              <a:rPr lang="hu-HU" sz="4800" b="1" dirty="0"/>
              <a:t>Karen Spärck Jones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6BBCD88-32DE-B19B-EB2E-FEF04EF6C0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6228" y="2268885"/>
            <a:ext cx="10509663" cy="3801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FFFFFF"/>
                </a:solidFill>
              </a:rPr>
              <a:t>Az információkeresés egyik úttörő kutatója, akinek munkája a mai keresőmotorok alapját képezi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FFFFFF"/>
                </a:solidFill>
              </a:rPr>
              <a:t>Kidolgozta az inverz dokumentumgyakoriság (IDF) fogalmát, amely segít meghatározni egy szó fontosságát egy szövegben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FFFFFF"/>
                </a:solidFill>
              </a:rPr>
              <a:t>Kutatásai jelentősen hozzájárultak a szöveges adatok hatékony feldolgozásához és kereshetőségéhez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FFFFFF"/>
                </a:solidFill>
              </a:rPr>
              <a:t>Hangsúlyozta a nők szerepének fontosságát az informatikában, és aktívan támogatta a női kutatókat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u-HU" altLang="hu-HU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4604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</TotalTime>
  <Words>305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Century Gothic</vt:lpstr>
      <vt:lpstr>Times New Roman</vt:lpstr>
      <vt:lpstr>Wingdings 3</vt:lpstr>
      <vt:lpstr>Ion</vt:lpstr>
      <vt:lpstr>Híres női programozók az informatika történetében</vt:lpstr>
      <vt:lpstr>Ada Lovelace</vt:lpstr>
      <vt:lpstr>Grace Hopper</vt:lpstr>
      <vt:lpstr>Jean E. Sammet</vt:lpstr>
      <vt:lpstr>Frances Allen</vt:lpstr>
      <vt:lpstr>Karen Spärck Jones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Máté Buzás</dc:creator>
  <cp:lastModifiedBy>Máté Buzás</cp:lastModifiedBy>
  <cp:revision>1</cp:revision>
  <dcterms:created xsi:type="dcterms:W3CDTF">2026-03-20T13:07:01Z</dcterms:created>
  <dcterms:modified xsi:type="dcterms:W3CDTF">2026-03-20T13:17:03Z</dcterms:modified>
</cp:coreProperties>
</file>